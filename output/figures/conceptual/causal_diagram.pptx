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DB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550" y="15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1915-4E7E-4A78-9D4B-6170BE2E1D8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B175-D5C8-430D-B84E-3F6239714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150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1915-4E7E-4A78-9D4B-6170BE2E1D8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B175-D5C8-430D-B84E-3F6239714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22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1915-4E7E-4A78-9D4B-6170BE2E1D8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B175-D5C8-430D-B84E-3F6239714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70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1915-4E7E-4A78-9D4B-6170BE2E1D8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B175-D5C8-430D-B84E-3F6239714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54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1915-4E7E-4A78-9D4B-6170BE2E1D8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B175-D5C8-430D-B84E-3F6239714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1915-4E7E-4A78-9D4B-6170BE2E1D8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B175-D5C8-430D-B84E-3F6239714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45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1915-4E7E-4A78-9D4B-6170BE2E1D8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B175-D5C8-430D-B84E-3F6239714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42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1915-4E7E-4A78-9D4B-6170BE2E1D8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B175-D5C8-430D-B84E-3F6239714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1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1915-4E7E-4A78-9D4B-6170BE2E1D8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B175-D5C8-430D-B84E-3F6239714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907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1915-4E7E-4A78-9D4B-6170BE2E1D8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B175-D5C8-430D-B84E-3F6239714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1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71915-4E7E-4A78-9D4B-6170BE2E1D8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B175-D5C8-430D-B84E-3F6239714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9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71915-4E7E-4A78-9D4B-6170BE2E1D8C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7B175-D5C8-430D-B84E-3F62397142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35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7339922" y="4610129"/>
            <a:ext cx="11619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brightness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9228654" y="4610129"/>
            <a:ext cx="5918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5062890" y="3244120"/>
            <a:ext cx="9412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arboreal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11196770" y="3237808"/>
            <a:ext cx="7745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humid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6289671" y="6137874"/>
            <a:ext cx="11144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sland 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9701324" y="6137874"/>
            <a:ext cx="11785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sland area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Conector recto de flecha 12"/>
          <p:cNvCxnSpPr>
            <a:stCxn id="6" idx="2"/>
            <a:endCxn id="4" idx="0"/>
          </p:cNvCxnSpPr>
          <p:nvPr/>
        </p:nvCxnSpPr>
        <p:spPr>
          <a:xfrm>
            <a:off x="5533532" y="3613452"/>
            <a:ext cx="2387383" cy="996677"/>
          </a:xfrm>
          <a:prstGeom prst="straightConnector1">
            <a:avLst/>
          </a:prstGeom>
          <a:ln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/>
          <p:cNvCxnSpPr>
            <a:stCxn id="6" idx="2"/>
            <a:endCxn id="5" idx="0"/>
          </p:cNvCxnSpPr>
          <p:nvPr/>
        </p:nvCxnSpPr>
        <p:spPr>
          <a:xfrm>
            <a:off x="5533532" y="3613452"/>
            <a:ext cx="3991037" cy="996677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>
            <a:stCxn id="7" idx="2"/>
            <a:endCxn id="4" idx="0"/>
          </p:cNvCxnSpPr>
          <p:nvPr/>
        </p:nvCxnSpPr>
        <p:spPr>
          <a:xfrm flipH="1">
            <a:off x="7920915" y="3607140"/>
            <a:ext cx="3663141" cy="1002989"/>
          </a:xfrm>
          <a:prstGeom prst="straightConnector1">
            <a:avLst/>
          </a:prstGeom>
          <a:ln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/>
          <p:cNvCxnSpPr>
            <a:stCxn id="7" idx="2"/>
            <a:endCxn id="5" idx="0"/>
          </p:cNvCxnSpPr>
          <p:nvPr/>
        </p:nvCxnSpPr>
        <p:spPr>
          <a:xfrm flipH="1">
            <a:off x="9524569" y="3607140"/>
            <a:ext cx="2059487" cy="1002989"/>
          </a:xfrm>
          <a:prstGeom prst="straightConnector1">
            <a:avLst/>
          </a:prstGeom>
          <a:ln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>
            <a:stCxn id="8" idx="0"/>
            <a:endCxn id="4" idx="2"/>
          </p:cNvCxnSpPr>
          <p:nvPr/>
        </p:nvCxnSpPr>
        <p:spPr>
          <a:xfrm flipV="1">
            <a:off x="6846875" y="4979461"/>
            <a:ext cx="1074040" cy="1158413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>
            <a:stCxn id="8" idx="0"/>
            <a:endCxn id="5" idx="2"/>
          </p:cNvCxnSpPr>
          <p:nvPr/>
        </p:nvCxnSpPr>
        <p:spPr>
          <a:xfrm flipV="1">
            <a:off x="6846875" y="4979461"/>
            <a:ext cx="2677694" cy="1158413"/>
          </a:xfrm>
          <a:prstGeom prst="straightConnector1">
            <a:avLst/>
          </a:prstGeom>
          <a:ln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/>
          <p:cNvCxnSpPr>
            <a:stCxn id="9" idx="0"/>
            <a:endCxn id="4" idx="2"/>
          </p:cNvCxnSpPr>
          <p:nvPr/>
        </p:nvCxnSpPr>
        <p:spPr>
          <a:xfrm flipH="1" flipV="1">
            <a:off x="7920915" y="4979461"/>
            <a:ext cx="2369673" cy="115841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/>
          <p:cNvCxnSpPr>
            <a:stCxn id="9" idx="0"/>
            <a:endCxn id="5" idx="2"/>
          </p:cNvCxnSpPr>
          <p:nvPr/>
        </p:nvCxnSpPr>
        <p:spPr>
          <a:xfrm flipH="1" flipV="1">
            <a:off x="9524569" y="4979461"/>
            <a:ext cx="766019" cy="1158413"/>
          </a:xfrm>
          <a:prstGeom prst="straightConnector1">
            <a:avLst/>
          </a:prstGeom>
          <a:ln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/>
          <p:cNvSpPr txBox="1"/>
          <p:nvPr/>
        </p:nvSpPr>
        <p:spPr>
          <a:xfrm>
            <a:off x="6670971" y="3244120"/>
            <a:ext cx="10695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terrestrial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9963628" y="2683810"/>
            <a:ext cx="164019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egetation zone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9691759" y="3237808"/>
            <a:ext cx="5437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Conector recto de flecha 43"/>
          <p:cNvCxnSpPr>
            <a:stCxn id="41" idx="2"/>
            <a:endCxn id="5" idx="0"/>
          </p:cNvCxnSpPr>
          <p:nvPr/>
        </p:nvCxnSpPr>
        <p:spPr>
          <a:xfrm flipH="1">
            <a:off x="9524569" y="3607140"/>
            <a:ext cx="439060" cy="1002989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/>
          <p:cNvCxnSpPr>
            <a:stCxn id="41" idx="2"/>
            <a:endCxn id="4" idx="0"/>
          </p:cNvCxnSpPr>
          <p:nvPr/>
        </p:nvCxnSpPr>
        <p:spPr>
          <a:xfrm flipH="1">
            <a:off x="7920915" y="3607140"/>
            <a:ext cx="2042714" cy="10029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/>
          <p:cNvCxnSpPr>
            <a:stCxn id="39" idx="2"/>
            <a:endCxn id="4" idx="0"/>
          </p:cNvCxnSpPr>
          <p:nvPr/>
        </p:nvCxnSpPr>
        <p:spPr>
          <a:xfrm>
            <a:off x="7205733" y="3613452"/>
            <a:ext cx="715182" cy="99667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/>
          <p:cNvCxnSpPr>
            <a:stCxn id="39" idx="2"/>
            <a:endCxn id="5" idx="0"/>
          </p:cNvCxnSpPr>
          <p:nvPr/>
        </p:nvCxnSpPr>
        <p:spPr>
          <a:xfrm>
            <a:off x="7205733" y="3613452"/>
            <a:ext cx="2318836" cy="996677"/>
          </a:xfrm>
          <a:prstGeom prst="straightConnector1">
            <a:avLst/>
          </a:prstGeom>
          <a:ln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65"/>
          <p:cNvSpPr txBox="1"/>
          <p:nvPr/>
        </p:nvSpPr>
        <p:spPr>
          <a:xfrm>
            <a:off x="5914180" y="2693387"/>
            <a:ext cx="81304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abitat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Conector recto de flecha 67"/>
          <p:cNvCxnSpPr>
            <a:stCxn id="4" idx="3"/>
            <a:endCxn id="5" idx="1"/>
          </p:cNvCxnSpPr>
          <p:nvPr/>
        </p:nvCxnSpPr>
        <p:spPr>
          <a:xfrm>
            <a:off x="8501907" y="4794795"/>
            <a:ext cx="72674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/>
          <p:cNvCxnSpPr>
            <a:stCxn id="66" idx="2"/>
            <a:endCxn id="6" idx="0"/>
          </p:cNvCxnSpPr>
          <p:nvPr/>
        </p:nvCxnSpPr>
        <p:spPr>
          <a:xfrm flipH="1">
            <a:off x="5533532" y="3062719"/>
            <a:ext cx="787170" cy="18140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/>
          <p:cNvCxnSpPr>
            <a:stCxn id="66" idx="2"/>
            <a:endCxn id="39" idx="0"/>
          </p:cNvCxnSpPr>
          <p:nvPr/>
        </p:nvCxnSpPr>
        <p:spPr>
          <a:xfrm>
            <a:off x="6320702" y="3062719"/>
            <a:ext cx="885031" cy="18140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/>
          <p:cNvCxnSpPr>
            <a:stCxn id="40" idx="2"/>
            <a:endCxn id="41" idx="0"/>
          </p:cNvCxnSpPr>
          <p:nvPr/>
        </p:nvCxnSpPr>
        <p:spPr>
          <a:xfrm flipH="1">
            <a:off x="9963629" y="3053142"/>
            <a:ext cx="820096" cy="1846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/>
          <p:cNvCxnSpPr>
            <a:stCxn id="40" idx="2"/>
            <a:endCxn id="7" idx="0"/>
          </p:cNvCxnSpPr>
          <p:nvPr/>
        </p:nvCxnSpPr>
        <p:spPr>
          <a:xfrm>
            <a:off x="10783725" y="3053142"/>
            <a:ext cx="800331" cy="1846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uadroTexto 94"/>
          <p:cNvSpPr txBox="1"/>
          <p:nvPr/>
        </p:nvSpPr>
        <p:spPr>
          <a:xfrm>
            <a:off x="6109852" y="3893012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6545122" y="3656353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CuadroTexto 96"/>
          <p:cNvSpPr txBox="1"/>
          <p:nvPr/>
        </p:nvSpPr>
        <p:spPr>
          <a:xfrm>
            <a:off x="7439738" y="3794852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CuadroTexto 97"/>
          <p:cNvSpPr txBox="1"/>
          <p:nvPr/>
        </p:nvSpPr>
        <p:spPr>
          <a:xfrm>
            <a:off x="7803886" y="3656353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CuadroTexto 98"/>
          <p:cNvSpPr txBox="1"/>
          <p:nvPr/>
        </p:nvSpPr>
        <p:spPr>
          <a:xfrm>
            <a:off x="8955183" y="3726203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CuadroTexto 99"/>
          <p:cNvSpPr txBox="1"/>
          <p:nvPr/>
        </p:nvSpPr>
        <p:spPr>
          <a:xfrm>
            <a:off x="9519223" y="3743580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CuadroTexto 100"/>
          <p:cNvSpPr txBox="1"/>
          <p:nvPr/>
        </p:nvSpPr>
        <p:spPr>
          <a:xfrm>
            <a:off x="10440682" y="3601704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(7)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CuadroTexto 101"/>
          <p:cNvSpPr txBox="1"/>
          <p:nvPr/>
        </p:nvSpPr>
        <p:spPr>
          <a:xfrm>
            <a:off x="10955908" y="3831635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CuadroTexto 102"/>
          <p:cNvSpPr txBox="1"/>
          <p:nvPr/>
        </p:nvSpPr>
        <p:spPr>
          <a:xfrm>
            <a:off x="6909324" y="5543094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(9)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CuadroTexto 103"/>
          <p:cNvSpPr txBox="1"/>
          <p:nvPr/>
        </p:nvSpPr>
        <p:spPr>
          <a:xfrm>
            <a:off x="7395452" y="5537710"/>
            <a:ext cx="4411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(10)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CuadroTexto 104"/>
          <p:cNvSpPr txBox="1"/>
          <p:nvPr/>
        </p:nvSpPr>
        <p:spPr>
          <a:xfrm>
            <a:off x="9186544" y="5747260"/>
            <a:ext cx="4354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CuadroTexto 105"/>
          <p:cNvSpPr txBox="1"/>
          <p:nvPr/>
        </p:nvSpPr>
        <p:spPr>
          <a:xfrm>
            <a:off x="9622869" y="5581975"/>
            <a:ext cx="4411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(12)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CuadroTexto 107"/>
          <p:cNvSpPr txBox="1"/>
          <p:nvPr/>
        </p:nvSpPr>
        <p:spPr>
          <a:xfrm>
            <a:off x="8586224" y="4794794"/>
            <a:ext cx="4411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(13)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Imagen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9" y="3748946"/>
            <a:ext cx="4889768" cy="2976618"/>
          </a:xfrm>
          <a:prstGeom prst="rect">
            <a:avLst/>
          </a:prstGeom>
        </p:spPr>
      </p:pic>
      <p:pic>
        <p:nvPicPr>
          <p:cNvPr id="46" name="Imagen 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226" y="775515"/>
            <a:ext cx="1316012" cy="1593926"/>
          </a:xfrm>
          <a:prstGeom prst="rect">
            <a:avLst/>
          </a:prstGeom>
        </p:spPr>
      </p:pic>
      <p:pic>
        <p:nvPicPr>
          <p:cNvPr id="48" name="Imagen 4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2" t="67282" r="37955" b="8300"/>
          <a:stretch/>
        </p:blipFill>
        <p:spPr>
          <a:xfrm>
            <a:off x="2230430" y="2946876"/>
            <a:ext cx="1128242" cy="470816"/>
          </a:xfrm>
          <a:prstGeom prst="rect">
            <a:avLst/>
          </a:prstGeom>
        </p:spPr>
      </p:pic>
      <p:cxnSp>
        <p:nvCxnSpPr>
          <p:cNvPr id="49" name="Conector recto de flecha 48"/>
          <p:cNvCxnSpPr>
            <a:stCxn id="48" idx="0"/>
          </p:cNvCxnSpPr>
          <p:nvPr/>
        </p:nvCxnSpPr>
        <p:spPr>
          <a:xfrm flipV="1">
            <a:off x="2794551" y="2362481"/>
            <a:ext cx="83388" cy="5843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2" descr="Heat Images - Free Download on Freepik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2" t="7613" r="74740" b="64638"/>
          <a:stretch/>
        </p:blipFill>
        <p:spPr bwMode="auto">
          <a:xfrm>
            <a:off x="811699" y="1342811"/>
            <a:ext cx="626710" cy="99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Flecha abajo 52"/>
          <p:cNvSpPr/>
          <p:nvPr/>
        </p:nvSpPr>
        <p:spPr>
          <a:xfrm rot="18646750">
            <a:off x="1761881" y="2087571"/>
            <a:ext cx="420260" cy="933498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5558" y="404879"/>
            <a:ext cx="1969856" cy="189290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8" r="11745"/>
          <a:stretch/>
        </p:blipFill>
        <p:spPr>
          <a:xfrm rot="5400000">
            <a:off x="9324636" y="399628"/>
            <a:ext cx="1893968" cy="1904470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8"/>
          <a:srcRect l="3000" t="2417" r="3497" b="6002"/>
          <a:stretch/>
        </p:blipFill>
        <p:spPr>
          <a:xfrm>
            <a:off x="7566280" y="404879"/>
            <a:ext cx="1674495" cy="18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45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863172" y="2563295"/>
            <a:ext cx="11721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rightness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4751904" y="2563295"/>
            <a:ext cx="158889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Nematode load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119540" y="1102036"/>
            <a:ext cx="10054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rboreal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6434270" y="1102074"/>
            <a:ext cx="825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2155821" y="4091040"/>
            <a:ext cx="112723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sland 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5567474" y="4091040"/>
            <a:ext cx="11913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sland area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ector recto de flecha 9"/>
          <p:cNvCxnSpPr>
            <a:stCxn id="6" idx="2"/>
            <a:endCxn id="4" idx="0"/>
          </p:cNvCxnSpPr>
          <p:nvPr/>
        </p:nvCxnSpPr>
        <p:spPr>
          <a:xfrm>
            <a:off x="1622242" y="1471368"/>
            <a:ext cx="1826988" cy="1091927"/>
          </a:xfrm>
          <a:prstGeom prst="straightConnector1">
            <a:avLst/>
          </a:prstGeom>
          <a:ln w="28575">
            <a:solidFill>
              <a:srgbClr val="0BDB1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>
            <a:stCxn id="6" idx="2"/>
            <a:endCxn id="5" idx="0"/>
          </p:cNvCxnSpPr>
          <p:nvPr/>
        </p:nvCxnSpPr>
        <p:spPr>
          <a:xfrm>
            <a:off x="1622242" y="1471368"/>
            <a:ext cx="3924111" cy="1091927"/>
          </a:xfrm>
          <a:prstGeom prst="straightConnector1">
            <a:avLst/>
          </a:prstGeom>
          <a:ln w="28575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>
            <a:stCxn id="7" idx="2"/>
            <a:endCxn id="4" idx="0"/>
          </p:cNvCxnSpPr>
          <p:nvPr/>
        </p:nvCxnSpPr>
        <p:spPr>
          <a:xfrm flipH="1">
            <a:off x="3449230" y="1471406"/>
            <a:ext cx="3397974" cy="1091889"/>
          </a:xfrm>
          <a:prstGeom prst="straightConnector1">
            <a:avLst/>
          </a:prstGeom>
          <a:ln w="28575">
            <a:solidFill>
              <a:srgbClr val="0BDB1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>
            <a:stCxn id="7" idx="2"/>
            <a:endCxn id="5" idx="0"/>
          </p:cNvCxnSpPr>
          <p:nvPr/>
        </p:nvCxnSpPr>
        <p:spPr>
          <a:xfrm flipH="1">
            <a:off x="5546353" y="1471406"/>
            <a:ext cx="1300851" cy="1091889"/>
          </a:xfrm>
          <a:prstGeom prst="straightConnector1">
            <a:avLst/>
          </a:prstGeom>
          <a:ln w="28575">
            <a:solidFill>
              <a:srgbClr val="0BDB1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/>
          <p:cNvCxnSpPr>
            <a:stCxn id="8" idx="0"/>
            <a:endCxn id="4" idx="2"/>
          </p:cNvCxnSpPr>
          <p:nvPr/>
        </p:nvCxnSpPr>
        <p:spPr>
          <a:xfrm flipV="1">
            <a:off x="2719437" y="2932627"/>
            <a:ext cx="729793" cy="1158413"/>
          </a:xfrm>
          <a:prstGeom prst="straightConnector1">
            <a:avLst/>
          </a:prstGeom>
          <a:ln w="28575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/>
          <p:cNvCxnSpPr>
            <a:stCxn id="8" idx="0"/>
            <a:endCxn id="5" idx="2"/>
          </p:cNvCxnSpPr>
          <p:nvPr/>
        </p:nvCxnSpPr>
        <p:spPr>
          <a:xfrm flipV="1">
            <a:off x="2719437" y="2932627"/>
            <a:ext cx="2826916" cy="1158413"/>
          </a:xfrm>
          <a:prstGeom prst="straightConnector1">
            <a:avLst/>
          </a:prstGeom>
          <a:ln w="28575">
            <a:solidFill>
              <a:srgbClr val="0BDB1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>
            <a:stCxn id="9" idx="0"/>
            <a:endCxn id="4" idx="2"/>
          </p:cNvCxnSpPr>
          <p:nvPr/>
        </p:nvCxnSpPr>
        <p:spPr>
          <a:xfrm flipH="1" flipV="1">
            <a:off x="3449230" y="2932627"/>
            <a:ext cx="2713920" cy="115841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>
            <a:stCxn id="9" idx="0"/>
            <a:endCxn id="5" idx="2"/>
          </p:cNvCxnSpPr>
          <p:nvPr/>
        </p:nvCxnSpPr>
        <p:spPr>
          <a:xfrm flipH="1" flipV="1">
            <a:off x="5546353" y="2932627"/>
            <a:ext cx="616797" cy="1158413"/>
          </a:xfrm>
          <a:prstGeom prst="straightConnector1">
            <a:avLst/>
          </a:prstGeom>
          <a:ln w="28575">
            <a:solidFill>
              <a:srgbClr val="0BDB1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/>
          <p:cNvSpPr txBox="1"/>
          <p:nvPr/>
        </p:nvSpPr>
        <p:spPr>
          <a:xfrm>
            <a:off x="2886371" y="1102036"/>
            <a:ext cx="113037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errestrial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5328128" y="548076"/>
            <a:ext cx="166590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egetation zone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5227709" y="1102074"/>
            <a:ext cx="60785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Conector recto de flecha 20"/>
          <p:cNvCxnSpPr>
            <a:stCxn id="20" idx="2"/>
            <a:endCxn id="5" idx="0"/>
          </p:cNvCxnSpPr>
          <p:nvPr/>
        </p:nvCxnSpPr>
        <p:spPr>
          <a:xfrm>
            <a:off x="5531639" y="1471406"/>
            <a:ext cx="14714" cy="1091889"/>
          </a:xfrm>
          <a:prstGeom prst="straightConnector1">
            <a:avLst/>
          </a:prstGeom>
          <a:ln w="28575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>
            <a:stCxn id="20" idx="2"/>
            <a:endCxn id="4" idx="0"/>
          </p:cNvCxnSpPr>
          <p:nvPr/>
        </p:nvCxnSpPr>
        <p:spPr>
          <a:xfrm flipH="1">
            <a:off x="3449230" y="1471406"/>
            <a:ext cx="2082409" cy="109188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>
            <a:stCxn id="18" idx="2"/>
            <a:endCxn id="4" idx="0"/>
          </p:cNvCxnSpPr>
          <p:nvPr/>
        </p:nvCxnSpPr>
        <p:spPr>
          <a:xfrm flipH="1">
            <a:off x="3449230" y="1471368"/>
            <a:ext cx="2328" cy="109192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/>
          <p:cNvCxnSpPr>
            <a:stCxn id="18" idx="2"/>
            <a:endCxn id="5" idx="0"/>
          </p:cNvCxnSpPr>
          <p:nvPr/>
        </p:nvCxnSpPr>
        <p:spPr>
          <a:xfrm>
            <a:off x="3451558" y="1471368"/>
            <a:ext cx="2094795" cy="1091927"/>
          </a:xfrm>
          <a:prstGeom prst="straightConnector1">
            <a:avLst/>
          </a:prstGeom>
          <a:ln w="28575">
            <a:solidFill>
              <a:srgbClr val="0BDB1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/>
          <p:cNvSpPr txBox="1"/>
          <p:nvPr/>
        </p:nvSpPr>
        <p:spPr>
          <a:xfrm>
            <a:off x="1970830" y="551303"/>
            <a:ext cx="86433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abitat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Conector recto de flecha 25"/>
          <p:cNvCxnSpPr>
            <a:stCxn id="4" idx="3"/>
            <a:endCxn id="5" idx="1"/>
          </p:cNvCxnSpPr>
          <p:nvPr/>
        </p:nvCxnSpPr>
        <p:spPr>
          <a:xfrm>
            <a:off x="4035288" y="2747961"/>
            <a:ext cx="716616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/>
          <p:cNvCxnSpPr>
            <a:stCxn id="25" idx="2"/>
            <a:endCxn id="6" idx="0"/>
          </p:cNvCxnSpPr>
          <p:nvPr/>
        </p:nvCxnSpPr>
        <p:spPr>
          <a:xfrm flipH="1">
            <a:off x="1622242" y="920635"/>
            <a:ext cx="780758" cy="18140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/>
          <p:cNvCxnSpPr>
            <a:stCxn id="25" idx="2"/>
            <a:endCxn id="18" idx="0"/>
          </p:cNvCxnSpPr>
          <p:nvPr/>
        </p:nvCxnSpPr>
        <p:spPr>
          <a:xfrm>
            <a:off x="2403000" y="920635"/>
            <a:ext cx="1048558" cy="18140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/>
          <p:cNvCxnSpPr>
            <a:stCxn id="19" idx="2"/>
            <a:endCxn id="20" idx="0"/>
          </p:cNvCxnSpPr>
          <p:nvPr/>
        </p:nvCxnSpPr>
        <p:spPr>
          <a:xfrm flipH="1">
            <a:off x="5531639" y="917408"/>
            <a:ext cx="629442" cy="18466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/>
          <p:cNvCxnSpPr>
            <a:stCxn id="19" idx="2"/>
            <a:endCxn id="7" idx="0"/>
          </p:cNvCxnSpPr>
          <p:nvPr/>
        </p:nvCxnSpPr>
        <p:spPr>
          <a:xfrm>
            <a:off x="6161081" y="917408"/>
            <a:ext cx="686123" cy="18466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/>
          <p:cNvSpPr txBox="1"/>
          <p:nvPr/>
        </p:nvSpPr>
        <p:spPr>
          <a:xfrm>
            <a:off x="2014854" y="1886169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2495154" y="1497228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3116083" y="1512668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3954202" y="1519748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4518371" y="1519748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5506684" y="1517571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5870101" y="1450448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(7)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6278004" y="1878851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2653513" y="3451329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(9)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3401387" y="3747517"/>
            <a:ext cx="4411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(10)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5008306" y="3747661"/>
            <a:ext cx="4354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5940507" y="3447011"/>
            <a:ext cx="4411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(12)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4035288" y="2747960"/>
            <a:ext cx="71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(13)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565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863172" y="2563295"/>
            <a:ext cx="11619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brightness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4751904" y="2563295"/>
            <a:ext cx="99257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diversity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586140" y="1197286"/>
            <a:ext cx="9412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arboreal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6720020" y="1190974"/>
            <a:ext cx="7745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humid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812921" y="4091040"/>
            <a:ext cx="11144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sland 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5224574" y="4091040"/>
            <a:ext cx="11785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sland area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Conector recto de flecha 12"/>
          <p:cNvCxnSpPr>
            <a:stCxn id="6" idx="2"/>
            <a:endCxn id="4" idx="0"/>
          </p:cNvCxnSpPr>
          <p:nvPr/>
        </p:nvCxnSpPr>
        <p:spPr>
          <a:xfrm>
            <a:off x="1056782" y="1566618"/>
            <a:ext cx="2387383" cy="996677"/>
          </a:xfrm>
          <a:prstGeom prst="straightConnector1">
            <a:avLst/>
          </a:prstGeom>
          <a:ln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/>
          <p:cNvCxnSpPr>
            <a:stCxn id="6" idx="2"/>
            <a:endCxn id="5" idx="0"/>
          </p:cNvCxnSpPr>
          <p:nvPr/>
        </p:nvCxnSpPr>
        <p:spPr>
          <a:xfrm>
            <a:off x="1056782" y="1566618"/>
            <a:ext cx="3991037" cy="99667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>
            <a:stCxn id="7" idx="2"/>
            <a:endCxn id="4" idx="0"/>
          </p:cNvCxnSpPr>
          <p:nvPr/>
        </p:nvCxnSpPr>
        <p:spPr>
          <a:xfrm flipH="1">
            <a:off x="3444165" y="1560306"/>
            <a:ext cx="3663141" cy="10029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/>
          <p:cNvCxnSpPr>
            <a:stCxn id="7" idx="2"/>
            <a:endCxn id="5" idx="0"/>
          </p:cNvCxnSpPr>
          <p:nvPr/>
        </p:nvCxnSpPr>
        <p:spPr>
          <a:xfrm flipH="1">
            <a:off x="5047819" y="1560306"/>
            <a:ext cx="2059487" cy="10029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>
            <a:stCxn id="8" idx="0"/>
            <a:endCxn id="4" idx="2"/>
          </p:cNvCxnSpPr>
          <p:nvPr/>
        </p:nvCxnSpPr>
        <p:spPr>
          <a:xfrm flipV="1">
            <a:off x="2370125" y="2932627"/>
            <a:ext cx="1074040" cy="115841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>
            <a:stCxn id="8" idx="0"/>
            <a:endCxn id="5" idx="2"/>
          </p:cNvCxnSpPr>
          <p:nvPr/>
        </p:nvCxnSpPr>
        <p:spPr>
          <a:xfrm flipV="1">
            <a:off x="2370125" y="2932627"/>
            <a:ext cx="2677694" cy="1158413"/>
          </a:xfrm>
          <a:prstGeom prst="straightConnector1">
            <a:avLst/>
          </a:prstGeom>
          <a:ln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/>
          <p:cNvCxnSpPr>
            <a:stCxn id="9" idx="0"/>
            <a:endCxn id="4" idx="2"/>
          </p:cNvCxnSpPr>
          <p:nvPr/>
        </p:nvCxnSpPr>
        <p:spPr>
          <a:xfrm flipH="1" flipV="1">
            <a:off x="3444165" y="2932627"/>
            <a:ext cx="2369673" cy="115841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/>
          <p:cNvCxnSpPr>
            <a:stCxn id="9" idx="0"/>
            <a:endCxn id="5" idx="2"/>
          </p:cNvCxnSpPr>
          <p:nvPr/>
        </p:nvCxnSpPr>
        <p:spPr>
          <a:xfrm flipH="1" flipV="1">
            <a:off x="5047819" y="2932627"/>
            <a:ext cx="766019" cy="1158413"/>
          </a:xfrm>
          <a:prstGeom prst="straightConnector1">
            <a:avLst/>
          </a:prstGeom>
          <a:ln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/>
          <p:cNvSpPr txBox="1"/>
          <p:nvPr/>
        </p:nvSpPr>
        <p:spPr>
          <a:xfrm>
            <a:off x="2194221" y="1197286"/>
            <a:ext cx="10695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terrestrial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5486878" y="636976"/>
            <a:ext cx="164019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egetation zone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5215009" y="1190974"/>
            <a:ext cx="5437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Conector recto de flecha 43"/>
          <p:cNvCxnSpPr>
            <a:stCxn id="41" idx="2"/>
            <a:endCxn id="5" idx="0"/>
          </p:cNvCxnSpPr>
          <p:nvPr/>
        </p:nvCxnSpPr>
        <p:spPr>
          <a:xfrm flipH="1">
            <a:off x="5047819" y="1560306"/>
            <a:ext cx="439060" cy="10029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/>
          <p:cNvCxnSpPr>
            <a:stCxn id="41" idx="2"/>
            <a:endCxn id="4" idx="0"/>
          </p:cNvCxnSpPr>
          <p:nvPr/>
        </p:nvCxnSpPr>
        <p:spPr>
          <a:xfrm flipH="1">
            <a:off x="3444165" y="1560306"/>
            <a:ext cx="2042714" cy="10029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/>
          <p:cNvCxnSpPr>
            <a:stCxn id="39" idx="2"/>
            <a:endCxn id="4" idx="0"/>
          </p:cNvCxnSpPr>
          <p:nvPr/>
        </p:nvCxnSpPr>
        <p:spPr>
          <a:xfrm>
            <a:off x="2728983" y="1566618"/>
            <a:ext cx="715182" cy="99667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/>
          <p:cNvCxnSpPr>
            <a:stCxn id="39" idx="2"/>
            <a:endCxn id="5" idx="0"/>
          </p:cNvCxnSpPr>
          <p:nvPr/>
        </p:nvCxnSpPr>
        <p:spPr>
          <a:xfrm>
            <a:off x="2728983" y="1566618"/>
            <a:ext cx="2318836" cy="99667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65"/>
          <p:cNvSpPr txBox="1"/>
          <p:nvPr/>
        </p:nvSpPr>
        <p:spPr>
          <a:xfrm>
            <a:off x="1437430" y="646553"/>
            <a:ext cx="81304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abitat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Conector recto de flecha 67"/>
          <p:cNvCxnSpPr>
            <a:stCxn id="4" idx="3"/>
            <a:endCxn id="5" idx="1"/>
          </p:cNvCxnSpPr>
          <p:nvPr/>
        </p:nvCxnSpPr>
        <p:spPr>
          <a:xfrm>
            <a:off x="4025157" y="2747961"/>
            <a:ext cx="72674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/>
          <p:cNvCxnSpPr>
            <a:stCxn id="66" idx="2"/>
            <a:endCxn id="6" idx="0"/>
          </p:cNvCxnSpPr>
          <p:nvPr/>
        </p:nvCxnSpPr>
        <p:spPr>
          <a:xfrm flipH="1">
            <a:off x="1056782" y="1015885"/>
            <a:ext cx="787170" cy="18140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/>
          <p:cNvCxnSpPr>
            <a:stCxn id="66" idx="2"/>
            <a:endCxn id="39" idx="0"/>
          </p:cNvCxnSpPr>
          <p:nvPr/>
        </p:nvCxnSpPr>
        <p:spPr>
          <a:xfrm>
            <a:off x="1843952" y="1015885"/>
            <a:ext cx="885031" cy="18140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/>
          <p:cNvCxnSpPr>
            <a:stCxn id="40" idx="2"/>
            <a:endCxn id="41" idx="0"/>
          </p:cNvCxnSpPr>
          <p:nvPr/>
        </p:nvCxnSpPr>
        <p:spPr>
          <a:xfrm flipH="1">
            <a:off x="5486879" y="1006308"/>
            <a:ext cx="820096" cy="1846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/>
          <p:cNvCxnSpPr>
            <a:stCxn id="40" idx="2"/>
            <a:endCxn id="7" idx="0"/>
          </p:cNvCxnSpPr>
          <p:nvPr/>
        </p:nvCxnSpPr>
        <p:spPr>
          <a:xfrm>
            <a:off x="6306975" y="1006308"/>
            <a:ext cx="800331" cy="1846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uadroTexto 94"/>
          <p:cNvSpPr txBox="1"/>
          <p:nvPr/>
        </p:nvSpPr>
        <p:spPr>
          <a:xfrm>
            <a:off x="1633102" y="1846178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068372" y="1609519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CuadroTexto 96"/>
          <p:cNvSpPr txBox="1"/>
          <p:nvPr/>
        </p:nvSpPr>
        <p:spPr>
          <a:xfrm>
            <a:off x="2962988" y="1748018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CuadroTexto 97"/>
          <p:cNvSpPr txBox="1"/>
          <p:nvPr/>
        </p:nvSpPr>
        <p:spPr>
          <a:xfrm>
            <a:off x="3327136" y="1609519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CuadroTexto 98"/>
          <p:cNvSpPr txBox="1"/>
          <p:nvPr/>
        </p:nvSpPr>
        <p:spPr>
          <a:xfrm>
            <a:off x="4478433" y="1679369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CuadroTexto 99"/>
          <p:cNvSpPr txBox="1"/>
          <p:nvPr/>
        </p:nvSpPr>
        <p:spPr>
          <a:xfrm>
            <a:off x="5042473" y="1696746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CuadroTexto 100"/>
          <p:cNvSpPr txBox="1"/>
          <p:nvPr/>
        </p:nvSpPr>
        <p:spPr>
          <a:xfrm>
            <a:off x="5963932" y="1554870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(7)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CuadroTexto 101"/>
          <p:cNvSpPr txBox="1"/>
          <p:nvPr/>
        </p:nvSpPr>
        <p:spPr>
          <a:xfrm>
            <a:off x="6479158" y="1784801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CuadroTexto 102"/>
          <p:cNvSpPr txBox="1"/>
          <p:nvPr/>
        </p:nvSpPr>
        <p:spPr>
          <a:xfrm>
            <a:off x="2432574" y="3496260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(9)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CuadroTexto 103"/>
          <p:cNvSpPr txBox="1"/>
          <p:nvPr/>
        </p:nvSpPr>
        <p:spPr>
          <a:xfrm>
            <a:off x="2918702" y="3490876"/>
            <a:ext cx="4411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(10)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CuadroTexto 104"/>
          <p:cNvSpPr txBox="1"/>
          <p:nvPr/>
        </p:nvSpPr>
        <p:spPr>
          <a:xfrm>
            <a:off x="4709794" y="3700426"/>
            <a:ext cx="4354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CuadroTexto 105"/>
          <p:cNvSpPr txBox="1"/>
          <p:nvPr/>
        </p:nvSpPr>
        <p:spPr>
          <a:xfrm>
            <a:off x="5146119" y="3535141"/>
            <a:ext cx="4411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(12)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CuadroTexto 107"/>
          <p:cNvSpPr txBox="1"/>
          <p:nvPr/>
        </p:nvSpPr>
        <p:spPr>
          <a:xfrm>
            <a:off x="4109474" y="2747960"/>
            <a:ext cx="4411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(13)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ángulo 44"/>
          <p:cNvSpPr/>
          <p:nvPr/>
        </p:nvSpPr>
        <p:spPr>
          <a:xfrm>
            <a:off x="1437430" y="87737"/>
            <a:ext cx="962899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smtClean="0">
                <a:solidFill>
                  <a:srgbClr val="3331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Sept 2024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449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863172" y="2563295"/>
            <a:ext cx="11619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brightness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4751904" y="2563295"/>
            <a:ext cx="5918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586140" y="1197286"/>
            <a:ext cx="9412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arboreal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6720020" y="1190974"/>
            <a:ext cx="7745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humid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1812921" y="4091040"/>
            <a:ext cx="11144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sland 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5224574" y="4091040"/>
            <a:ext cx="11785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sland area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Conector recto de flecha 12"/>
          <p:cNvCxnSpPr>
            <a:stCxn id="6" idx="2"/>
            <a:endCxn id="4" idx="0"/>
          </p:cNvCxnSpPr>
          <p:nvPr/>
        </p:nvCxnSpPr>
        <p:spPr>
          <a:xfrm>
            <a:off x="1056782" y="1566618"/>
            <a:ext cx="2387383" cy="99667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/>
          <p:cNvCxnSpPr>
            <a:stCxn id="6" idx="2"/>
            <a:endCxn id="5" idx="0"/>
          </p:cNvCxnSpPr>
          <p:nvPr/>
        </p:nvCxnSpPr>
        <p:spPr>
          <a:xfrm>
            <a:off x="1056782" y="1566618"/>
            <a:ext cx="3991037" cy="9966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>
            <a:stCxn id="7" idx="2"/>
            <a:endCxn id="4" idx="0"/>
          </p:cNvCxnSpPr>
          <p:nvPr/>
        </p:nvCxnSpPr>
        <p:spPr>
          <a:xfrm flipH="1">
            <a:off x="3444165" y="1560306"/>
            <a:ext cx="3663141" cy="1002989"/>
          </a:xfrm>
          <a:prstGeom prst="straightConnector1">
            <a:avLst/>
          </a:prstGeom>
          <a:ln>
            <a:solidFill>
              <a:srgbClr val="00B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/>
          <p:cNvCxnSpPr>
            <a:stCxn id="7" idx="2"/>
            <a:endCxn id="5" idx="0"/>
          </p:cNvCxnSpPr>
          <p:nvPr/>
        </p:nvCxnSpPr>
        <p:spPr>
          <a:xfrm flipH="1">
            <a:off x="5047819" y="1560306"/>
            <a:ext cx="2059487" cy="100298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>
            <a:stCxn id="8" idx="0"/>
            <a:endCxn id="4" idx="2"/>
          </p:cNvCxnSpPr>
          <p:nvPr/>
        </p:nvCxnSpPr>
        <p:spPr>
          <a:xfrm flipV="1">
            <a:off x="2370125" y="2932627"/>
            <a:ext cx="1074040" cy="115841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>
            <a:stCxn id="8" idx="0"/>
            <a:endCxn id="5" idx="2"/>
          </p:cNvCxnSpPr>
          <p:nvPr/>
        </p:nvCxnSpPr>
        <p:spPr>
          <a:xfrm flipV="1">
            <a:off x="2370125" y="2932627"/>
            <a:ext cx="2677694" cy="115841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/>
          <p:cNvCxnSpPr>
            <a:stCxn id="9" idx="0"/>
            <a:endCxn id="4" idx="2"/>
          </p:cNvCxnSpPr>
          <p:nvPr/>
        </p:nvCxnSpPr>
        <p:spPr>
          <a:xfrm flipH="1" flipV="1">
            <a:off x="3444165" y="2932627"/>
            <a:ext cx="2369673" cy="115841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/>
          <p:cNvCxnSpPr>
            <a:stCxn id="9" idx="0"/>
            <a:endCxn id="5" idx="2"/>
          </p:cNvCxnSpPr>
          <p:nvPr/>
        </p:nvCxnSpPr>
        <p:spPr>
          <a:xfrm flipH="1" flipV="1">
            <a:off x="5047819" y="2932627"/>
            <a:ext cx="766019" cy="115841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/>
          <p:cNvSpPr txBox="1"/>
          <p:nvPr/>
        </p:nvSpPr>
        <p:spPr>
          <a:xfrm>
            <a:off x="2194221" y="1197286"/>
            <a:ext cx="10695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terrestrial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5486878" y="636976"/>
            <a:ext cx="164019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egetation zone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5215009" y="1190974"/>
            <a:ext cx="5437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Conector recto de flecha 43"/>
          <p:cNvCxnSpPr>
            <a:stCxn id="41" idx="2"/>
            <a:endCxn id="5" idx="0"/>
          </p:cNvCxnSpPr>
          <p:nvPr/>
        </p:nvCxnSpPr>
        <p:spPr>
          <a:xfrm flipH="1">
            <a:off x="5047819" y="1560306"/>
            <a:ext cx="439060" cy="10029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/>
          <p:cNvCxnSpPr>
            <a:stCxn id="41" idx="2"/>
            <a:endCxn id="4" idx="0"/>
          </p:cNvCxnSpPr>
          <p:nvPr/>
        </p:nvCxnSpPr>
        <p:spPr>
          <a:xfrm flipH="1">
            <a:off x="3444165" y="1560306"/>
            <a:ext cx="2042714" cy="100298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/>
          <p:cNvCxnSpPr>
            <a:stCxn id="39" idx="2"/>
            <a:endCxn id="4" idx="0"/>
          </p:cNvCxnSpPr>
          <p:nvPr/>
        </p:nvCxnSpPr>
        <p:spPr>
          <a:xfrm>
            <a:off x="2728983" y="1566618"/>
            <a:ext cx="715182" cy="99667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/>
          <p:cNvCxnSpPr>
            <a:stCxn id="39" idx="2"/>
            <a:endCxn id="5" idx="0"/>
          </p:cNvCxnSpPr>
          <p:nvPr/>
        </p:nvCxnSpPr>
        <p:spPr>
          <a:xfrm>
            <a:off x="2728983" y="1566618"/>
            <a:ext cx="2318836" cy="99667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65"/>
          <p:cNvSpPr txBox="1"/>
          <p:nvPr/>
        </p:nvSpPr>
        <p:spPr>
          <a:xfrm>
            <a:off x="1437430" y="646553"/>
            <a:ext cx="81304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abitat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Conector recto de flecha 67"/>
          <p:cNvCxnSpPr>
            <a:stCxn id="4" idx="3"/>
            <a:endCxn id="5" idx="1"/>
          </p:cNvCxnSpPr>
          <p:nvPr/>
        </p:nvCxnSpPr>
        <p:spPr>
          <a:xfrm>
            <a:off x="4025157" y="2747961"/>
            <a:ext cx="72674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/>
          <p:cNvCxnSpPr>
            <a:stCxn id="66" idx="2"/>
            <a:endCxn id="6" idx="0"/>
          </p:cNvCxnSpPr>
          <p:nvPr/>
        </p:nvCxnSpPr>
        <p:spPr>
          <a:xfrm flipH="1">
            <a:off x="1056782" y="1015885"/>
            <a:ext cx="787170" cy="18140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/>
          <p:cNvCxnSpPr>
            <a:stCxn id="66" idx="2"/>
            <a:endCxn id="39" idx="0"/>
          </p:cNvCxnSpPr>
          <p:nvPr/>
        </p:nvCxnSpPr>
        <p:spPr>
          <a:xfrm>
            <a:off x="1843952" y="1015885"/>
            <a:ext cx="885031" cy="18140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/>
          <p:cNvCxnSpPr>
            <a:stCxn id="40" idx="2"/>
            <a:endCxn id="41" idx="0"/>
          </p:cNvCxnSpPr>
          <p:nvPr/>
        </p:nvCxnSpPr>
        <p:spPr>
          <a:xfrm flipH="1">
            <a:off x="5486879" y="1006308"/>
            <a:ext cx="820096" cy="1846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/>
          <p:cNvCxnSpPr>
            <a:stCxn id="40" idx="2"/>
            <a:endCxn id="7" idx="0"/>
          </p:cNvCxnSpPr>
          <p:nvPr/>
        </p:nvCxnSpPr>
        <p:spPr>
          <a:xfrm>
            <a:off x="6306975" y="1006308"/>
            <a:ext cx="800331" cy="1846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uadroTexto 94"/>
          <p:cNvSpPr txBox="1"/>
          <p:nvPr/>
        </p:nvSpPr>
        <p:spPr>
          <a:xfrm>
            <a:off x="1633102" y="1846178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068372" y="1609519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CuadroTexto 96"/>
          <p:cNvSpPr txBox="1"/>
          <p:nvPr/>
        </p:nvSpPr>
        <p:spPr>
          <a:xfrm>
            <a:off x="2962988" y="1748018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CuadroTexto 97"/>
          <p:cNvSpPr txBox="1"/>
          <p:nvPr/>
        </p:nvSpPr>
        <p:spPr>
          <a:xfrm>
            <a:off x="3327136" y="1609519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CuadroTexto 98"/>
          <p:cNvSpPr txBox="1"/>
          <p:nvPr/>
        </p:nvSpPr>
        <p:spPr>
          <a:xfrm>
            <a:off x="4478433" y="1679369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CuadroTexto 99"/>
          <p:cNvSpPr txBox="1"/>
          <p:nvPr/>
        </p:nvSpPr>
        <p:spPr>
          <a:xfrm>
            <a:off x="5042473" y="1696746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CuadroTexto 100"/>
          <p:cNvSpPr txBox="1"/>
          <p:nvPr/>
        </p:nvSpPr>
        <p:spPr>
          <a:xfrm>
            <a:off x="5963932" y="1554870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(7)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CuadroTexto 101"/>
          <p:cNvSpPr txBox="1"/>
          <p:nvPr/>
        </p:nvSpPr>
        <p:spPr>
          <a:xfrm>
            <a:off x="6479158" y="1784801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CuadroTexto 102"/>
          <p:cNvSpPr txBox="1"/>
          <p:nvPr/>
        </p:nvSpPr>
        <p:spPr>
          <a:xfrm>
            <a:off x="2432574" y="3496260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(9)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CuadroTexto 103"/>
          <p:cNvSpPr txBox="1"/>
          <p:nvPr/>
        </p:nvSpPr>
        <p:spPr>
          <a:xfrm>
            <a:off x="2918702" y="3490876"/>
            <a:ext cx="4411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(10)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CuadroTexto 104"/>
          <p:cNvSpPr txBox="1"/>
          <p:nvPr/>
        </p:nvSpPr>
        <p:spPr>
          <a:xfrm>
            <a:off x="4709794" y="3700426"/>
            <a:ext cx="4354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CuadroTexto 105"/>
          <p:cNvSpPr txBox="1"/>
          <p:nvPr/>
        </p:nvSpPr>
        <p:spPr>
          <a:xfrm>
            <a:off x="5146119" y="3535141"/>
            <a:ext cx="4411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(12)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CuadroTexto 106"/>
          <p:cNvSpPr txBox="1"/>
          <p:nvPr/>
        </p:nvSpPr>
        <p:spPr>
          <a:xfrm>
            <a:off x="7754695" y="1748018"/>
            <a:ext cx="42214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Tx/>
              <a:buAutoNum type="arabicParenBoth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sun exposure*~</a:t>
            </a:r>
          </a:p>
          <a:p>
            <a:pPr marL="228600" indent="-228600">
              <a:buFontTx/>
              <a:buAutoNum type="arabicParenBoth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Escape soil nematodes*</a:t>
            </a:r>
          </a:p>
          <a:p>
            <a:pPr marL="228600" indent="-228600">
              <a:buFontTx/>
              <a:buAutoNum type="arabicParenBoth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foraging activities and sun exposure~</a:t>
            </a:r>
          </a:p>
          <a:p>
            <a:pPr marL="228600" indent="-228600">
              <a:buAutoNum type="arabicParenBoth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contact with soil nematodes*</a:t>
            </a:r>
          </a:p>
          <a:p>
            <a:pPr marL="228600" indent="-228600">
              <a:buAutoNum type="arabicParenBoth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sun exposure*~</a:t>
            </a:r>
          </a:p>
          <a:p>
            <a:pPr marL="228600" indent="-228600">
              <a:buAutoNum type="arabicParenBoth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Unsuitable for nematodes*</a:t>
            </a:r>
          </a:p>
          <a:p>
            <a:pPr marL="228600" indent="-228600">
              <a:buAutoNum type="arabicParenBoth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foraging activities and sun exposure~</a:t>
            </a:r>
          </a:p>
          <a:p>
            <a:pPr marL="228600" indent="-228600">
              <a:buFontTx/>
              <a:buAutoNum type="arabicParenBoth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habitat for nematodes*</a:t>
            </a:r>
          </a:p>
          <a:p>
            <a:pPr marL="228600" indent="-228600">
              <a:buFontTx/>
              <a:buAutoNum type="arabicParenBoth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towards darker colors to match background and escape predatory birds~</a:t>
            </a:r>
          </a:p>
          <a:p>
            <a:pPr marL="228600" indent="-228600">
              <a:buFontTx/>
              <a:buAutoNum type="arabicParenBoth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Coevolution may change encapsulation capacity^</a:t>
            </a:r>
          </a:p>
          <a:p>
            <a:pPr marL="228600" indent="-228600">
              <a:buFontTx/>
              <a:buAutoNum type="arabicParenBoth"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Zero net effect^</a:t>
            </a:r>
          </a:p>
          <a:p>
            <a:pPr marL="228600" indent="-228600">
              <a:buFontTx/>
              <a:buAutoNum type="arabicParenBoth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diversity and abundance of nematodes with area*</a:t>
            </a:r>
          </a:p>
          <a:p>
            <a:pPr marL="228600" indent="-228600">
              <a:buFontTx/>
              <a:buAutoNum type="arabicParenBoth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clue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*General literature</a:t>
            </a:r>
          </a:p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~Kraemer et al. 2019</a:t>
            </a:r>
          </a:p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^own hypothesis</a:t>
            </a:r>
          </a:p>
        </p:txBody>
      </p:sp>
      <p:sp>
        <p:nvSpPr>
          <p:cNvPr id="108" name="CuadroTexto 107"/>
          <p:cNvSpPr txBox="1"/>
          <p:nvPr/>
        </p:nvSpPr>
        <p:spPr>
          <a:xfrm>
            <a:off x="4109474" y="2747960"/>
            <a:ext cx="4411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(13)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1214847" y="5702615"/>
            <a:ext cx="962899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3331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Selection (and therefore brightness) on </a:t>
            </a:r>
            <a:r>
              <a:rPr lang="en-US" sz="1200" dirty="0">
                <a:solidFill>
                  <a:srgbClr val="3331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species in particular communities is similar, while selection pressure among islands </a:t>
            </a:r>
            <a:r>
              <a:rPr lang="en-US" sz="1200" dirty="0" smtClean="0">
                <a:solidFill>
                  <a:srgbClr val="3331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differs (Kraemer et al. 2019)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ángulo 44"/>
          <p:cNvSpPr/>
          <p:nvPr/>
        </p:nvSpPr>
        <p:spPr>
          <a:xfrm>
            <a:off x="1437430" y="87737"/>
            <a:ext cx="962899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smtClean="0">
                <a:solidFill>
                  <a:srgbClr val="3331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Outdated – June 2024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85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</Words>
  <Application>Microsoft Office PowerPoint</Application>
  <PresentationFormat>Panorámica</PresentationFormat>
  <Paragraphs>112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Alex Fuster</dc:creator>
  <cp:lastModifiedBy>Alex Fuster</cp:lastModifiedBy>
  <cp:revision>18</cp:revision>
  <dcterms:created xsi:type="dcterms:W3CDTF">2024-06-25T13:40:02Z</dcterms:created>
  <dcterms:modified xsi:type="dcterms:W3CDTF">2024-12-15T22:29:39Z</dcterms:modified>
</cp:coreProperties>
</file>