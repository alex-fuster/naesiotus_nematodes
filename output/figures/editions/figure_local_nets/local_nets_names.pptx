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14382" y="-9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8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5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5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0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1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8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7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66514-5CBD-4597-9D78-115B4BE15485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6BAD8-B9AC-4EA9-8067-6DADD9FC04C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1335189"/>
            <a:ext cx="8953954" cy="416822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291445" y="519546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8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1443037"/>
            <a:ext cx="54578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6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1419225"/>
            <a:ext cx="63817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9" y="1958632"/>
            <a:ext cx="9058275" cy="22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0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7" y="109537"/>
            <a:ext cx="385762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17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Fuster</dc:creator>
  <cp:lastModifiedBy>Alex Fuster</cp:lastModifiedBy>
  <cp:revision>5</cp:revision>
  <dcterms:created xsi:type="dcterms:W3CDTF">2025-03-07T22:25:25Z</dcterms:created>
  <dcterms:modified xsi:type="dcterms:W3CDTF">2025-03-08T09:12:53Z</dcterms:modified>
</cp:coreProperties>
</file>