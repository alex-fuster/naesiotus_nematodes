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57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9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5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62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23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0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5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0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3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50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0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3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484E0-8DCD-4DAA-8DFF-F0F4843C85F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15901-1BF9-45B0-BB27-25A172ED6D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4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7.jpeg"/><Relationship Id="rId7" Type="http://schemas.openxmlformats.org/officeDocument/2006/relationships/image" Target="../media/image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10" Type="http://schemas.openxmlformats.org/officeDocument/2006/relationships/image" Target="../media/image22.png"/><Relationship Id="rId4" Type="http://schemas.openxmlformats.org/officeDocument/2006/relationships/image" Target="../media/image18.jpe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4.jpeg"/><Relationship Id="rId7" Type="http://schemas.openxmlformats.org/officeDocument/2006/relationships/image" Target="../media/image1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10" Type="http://schemas.openxmlformats.org/officeDocument/2006/relationships/image" Target="../media/image22.png"/><Relationship Id="rId4" Type="http://schemas.openxmlformats.org/officeDocument/2006/relationships/image" Target="../media/image25.jpe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737" y="1161894"/>
            <a:ext cx="4183901" cy="52298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638" y="783019"/>
            <a:ext cx="2659124" cy="265912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5" t="16655" r="21129" b="23001"/>
          <a:stretch/>
        </p:blipFill>
        <p:spPr>
          <a:xfrm rot="5400000">
            <a:off x="9064719" y="2554411"/>
            <a:ext cx="1473639" cy="133610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85" t="27727" r="13723" b="27930"/>
          <a:stretch/>
        </p:blipFill>
        <p:spPr>
          <a:xfrm rot="5400000">
            <a:off x="9172343" y="1001563"/>
            <a:ext cx="1320166" cy="143992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2" t="14524" r="25611" b="29383"/>
          <a:stretch/>
        </p:blipFill>
        <p:spPr>
          <a:xfrm rot="5400000">
            <a:off x="9019228" y="4167070"/>
            <a:ext cx="1514723" cy="130722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8" r="40725"/>
          <a:stretch/>
        </p:blipFill>
        <p:spPr>
          <a:xfrm rot="5400000">
            <a:off x="7449710" y="866610"/>
            <a:ext cx="1319204" cy="170886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77" t="9646" r="35479" b="12483"/>
          <a:stretch/>
        </p:blipFill>
        <p:spPr>
          <a:xfrm rot="5400000">
            <a:off x="7372492" y="2368030"/>
            <a:ext cx="1473637" cy="1708866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00" t="9330" r="28416" b="10592"/>
          <a:stretch/>
        </p:blipFill>
        <p:spPr>
          <a:xfrm rot="5400000">
            <a:off x="7352429" y="3966728"/>
            <a:ext cx="1513762" cy="1708867"/>
          </a:xfrm>
          <a:prstGeom prst="rect">
            <a:avLst/>
          </a:prstGeom>
        </p:spPr>
      </p:pic>
      <p:pic>
        <p:nvPicPr>
          <p:cNvPr id="14" name="Picture 2" descr="Picture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86"/>
          <a:stretch/>
        </p:blipFill>
        <p:spPr bwMode="auto">
          <a:xfrm>
            <a:off x="922468" y="868817"/>
            <a:ext cx="769698" cy="124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Picture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79"/>
          <a:stretch/>
        </p:blipFill>
        <p:spPr bwMode="auto">
          <a:xfrm>
            <a:off x="943525" y="2112581"/>
            <a:ext cx="748641" cy="103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/>
          <p:cNvSpPr txBox="1"/>
          <p:nvPr/>
        </p:nvSpPr>
        <p:spPr>
          <a:xfrm>
            <a:off x="2139461" y="353394"/>
            <a:ext cx="3783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colored columns for count and div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46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280" y="199698"/>
            <a:ext cx="8557440" cy="645860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314700" y="5210174"/>
            <a:ext cx="2857500" cy="98107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/>
          <a:srcRect t="4429" r="82390" b="7526"/>
          <a:stretch/>
        </p:blipFill>
        <p:spPr>
          <a:xfrm>
            <a:off x="1969680" y="638175"/>
            <a:ext cx="1506945" cy="568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46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6274"/>
          <a:stretch/>
        </p:blipFill>
        <p:spPr>
          <a:xfrm>
            <a:off x="3448049" y="247323"/>
            <a:ext cx="7164795" cy="645860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552825" y="5257799"/>
            <a:ext cx="2857500" cy="98107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/>
          <a:srcRect t="4429" r="82390" b="7526"/>
          <a:stretch/>
        </p:blipFill>
        <p:spPr>
          <a:xfrm rot="16200000">
            <a:off x="5604466" y="4238626"/>
            <a:ext cx="1506945" cy="568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9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922" y="1195146"/>
            <a:ext cx="4183901" cy="52298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974" y="811117"/>
            <a:ext cx="2998967" cy="299896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5" t="16655" r="21129" b="23001"/>
          <a:stretch/>
        </p:blipFill>
        <p:spPr>
          <a:xfrm rot="5400000">
            <a:off x="7669095" y="3918010"/>
            <a:ext cx="1372707" cy="124459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78" t="29636" r="21037" b="27930"/>
          <a:stretch/>
        </p:blipFill>
        <p:spPr>
          <a:xfrm rot="5400000">
            <a:off x="8027094" y="2374444"/>
            <a:ext cx="1047407" cy="1635291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8" t="35926" r="40725" b="11538"/>
          <a:stretch/>
        </p:blipFill>
        <p:spPr>
          <a:xfrm rot="5400000">
            <a:off x="7522437" y="1421737"/>
            <a:ext cx="1319204" cy="897774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2139461" y="353394"/>
            <a:ext cx="3783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colored columns for count and div</a:t>
            </a:r>
            <a:endParaRPr lang="en-US" dirty="0"/>
          </a:p>
        </p:txBody>
      </p:sp>
      <p:pic>
        <p:nvPicPr>
          <p:cNvPr id="15" name="Picture 2" descr="Pictur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86"/>
          <a:stretch/>
        </p:blipFill>
        <p:spPr bwMode="auto">
          <a:xfrm>
            <a:off x="1152825" y="3854608"/>
            <a:ext cx="2184518" cy="235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30" t="38864" r="36705" b="22691"/>
          <a:stretch/>
        </p:blipFill>
        <p:spPr>
          <a:xfrm rot="5400000">
            <a:off x="8716923" y="1262354"/>
            <a:ext cx="1319204" cy="121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5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39" t="30013" r="17454" b="34431"/>
          <a:stretch/>
        </p:blipFill>
        <p:spPr>
          <a:xfrm rot="5400000">
            <a:off x="7015968" y="912659"/>
            <a:ext cx="1318938" cy="105225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0" t="13119" r="17908" b="14876"/>
          <a:stretch/>
        </p:blipFill>
        <p:spPr>
          <a:xfrm rot="5400000">
            <a:off x="8227716" y="3781564"/>
            <a:ext cx="1079430" cy="112595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60" t="35122" r="41091" b="9522"/>
          <a:stretch/>
        </p:blipFill>
        <p:spPr>
          <a:xfrm rot="5400000">
            <a:off x="7042804" y="2339703"/>
            <a:ext cx="1254330" cy="106319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2" t="33127" r="38545" b="24981"/>
          <a:stretch/>
        </p:blipFill>
        <p:spPr>
          <a:xfrm rot="5400000">
            <a:off x="8182612" y="2350666"/>
            <a:ext cx="1254331" cy="104126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9" t="33377" r="36728" b="25481"/>
          <a:stretch/>
        </p:blipFill>
        <p:spPr>
          <a:xfrm rot="5400000">
            <a:off x="8150309" y="906396"/>
            <a:ext cx="1318939" cy="104126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42"/>
          <a:stretch/>
        </p:blipFill>
        <p:spPr>
          <a:xfrm>
            <a:off x="3212416" y="767559"/>
            <a:ext cx="3495955" cy="5229876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468" y="383530"/>
            <a:ext cx="2998967" cy="2998967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18" t="19700" r="33959" b="24953"/>
          <a:stretch/>
        </p:blipFill>
        <p:spPr>
          <a:xfrm>
            <a:off x="7265836" y="3727470"/>
            <a:ext cx="803241" cy="1234146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6812345" y="5075690"/>
            <a:ext cx="2778441" cy="849100"/>
            <a:chOff x="783792" y="3136378"/>
            <a:chExt cx="4751235" cy="1245253"/>
          </a:xfrm>
        </p:grpSpPr>
        <p:pic>
          <p:nvPicPr>
            <p:cNvPr id="16" name="Imagen 1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3792" y="3136378"/>
              <a:ext cx="4751235" cy="1245253"/>
            </a:xfrm>
            <a:prstGeom prst="rect">
              <a:avLst/>
            </a:prstGeom>
          </p:spPr>
        </p:pic>
        <p:sp>
          <p:nvSpPr>
            <p:cNvPr id="17" name="Elipse 16"/>
            <p:cNvSpPr/>
            <p:nvPr/>
          </p:nvSpPr>
          <p:spPr>
            <a:xfrm>
              <a:off x="3790030" y="4080115"/>
              <a:ext cx="807194" cy="301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08" t="23101" b="24924"/>
          <a:stretch/>
        </p:blipFill>
        <p:spPr>
          <a:xfrm>
            <a:off x="1856169" y="3235819"/>
            <a:ext cx="798782" cy="271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1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39" t="30013" r="17454" b="34431"/>
          <a:stretch/>
        </p:blipFill>
        <p:spPr>
          <a:xfrm rot="5400000">
            <a:off x="2898271" y="1333402"/>
            <a:ext cx="1047266" cy="83551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0" t="13119" r="17908" b="14876"/>
          <a:stretch/>
        </p:blipFill>
        <p:spPr>
          <a:xfrm rot="5400000">
            <a:off x="4301629" y="3213255"/>
            <a:ext cx="931899" cy="97206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60" t="35122" r="41091" b="9522"/>
          <a:stretch/>
        </p:blipFill>
        <p:spPr>
          <a:xfrm rot="5400000">
            <a:off x="2936990" y="4609588"/>
            <a:ext cx="995966" cy="84420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2" t="33127" r="38545" b="24981"/>
          <a:stretch/>
        </p:blipFill>
        <p:spPr>
          <a:xfrm rot="5400000">
            <a:off x="2919557" y="3544722"/>
            <a:ext cx="995968" cy="82678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9" t="33377" r="36728" b="25481"/>
          <a:stretch/>
        </p:blipFill>
        <p:spPr>
          <a:xfrm rot="5400000">
            <a:off x="36650" y="1228149"/>
            <a:ext cx="4184882" cy="3303844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42"/>
          <a:stretch/>
        </p:blipFill>
        <p:spPr>
          <a:xfrm>
            <a:off x="5722849" y="775871"/>
            <a:ext cx="3495955" cy="5229876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261" y="660802"/>
            <a:ext cx="2506348" cy="2506348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18" t="19700" r="33959" b="24953"/>
          <a:stretch/>
        </p:blipFill>
        <p:spPr>
          <a:xfrm>
            <a:off x="5995375" y="914174"/>
            <a:ext cx="669919" cy="1029303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3955285" y="4405674"/>
            <a:ext cx="1910541" cy="671861"/>
            <a:chOff x="783792" y="3136378"/>
            <a:chExt cx="4751235" cy="1245253"/>
          </a:xfrm>
        </p:grpSpPr>
        <p:pic>
          <p:nvPicPr>
            <p:cNvPr id="16" name="Imagen 1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3792" y="3136378"/>
              <a:ext cx="4751235" cy="1245253"/>
            </a:xfrm>
            <a:prstGeom prst="rect">
              <a:avLst/>
            </a:prstGeom>
          </p:spPr>
        </p:pic>
        <p:sp>
          <p:nvSpPr>
            <p:cNvPr id="17" name="Elipse 16"/>
            <p:cNvSpPr/>
            <p:nvPr/>
          </p:nvSpPr>
          <p:spPr>
            <a:xfrm>
              <a:off x="3790030" y="4080115"/>
              <a:ext cx="807194" cy="3015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08" t="23101" b="24924"/>
          <a:stretch/>
        </p:blipFill>
        <p:spPr>
          <a:xfrm>
            <a:off x="9340175" y="787630"/>
            <a:ext cx="798782" cy="271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8749" r="3791"/>
          <a:stretch/>
        </p:blipFill>
        <p:spPr>
          <a:xfrm>
            <a:off x="3309259" y="0"/>
            <a:ext cx="5718626" cy="542221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r="82519"/>
          <a:stretch/>
        </p:blipFill>
        <p:spPr>
          <a:xfrm rot="16200000">
            <a:off x="5323136" y="3323205"/>
            <a:ext cx="1388566" cy="583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458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Panorámica</PresentationFormat>
  <Paragraphs>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 Fuster</dc:creator>
  <cp:lastModifiedBy>Alex Fuster</cp:lastModifiedBy>
  <cp:revision>14</cp:revision>
  <dcterms:created xsi:type="dcterms:W3CDTF">2025-03-03T07:11:32Z</dcterms:created>
  <dcterms:modified xsi:type="dcterms:W3CDTF">2025-03-09T05:32:54Z</dcterms:modified>
</cp:coreProperties>
</file>